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KanbanPro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¿Tu gym sigue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corriendo por WhatsApp?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forma más inteligente de gestionar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instructores y miembros.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2286000" cy="21945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E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22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 vida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mensualidades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Infante  ·  +57 320 997 4750  ·  Bogotá, Colombia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real de tu gym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como sistema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cambios, avisos, quejas — todo mezclado en el mismo chat. Sin historial, sin orden.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0299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Instructores sin claridad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6700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maneja su agenda de forma distinta. Los conflictos de horario se resuelven el mismo día.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5176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88720"/>
            <a:ext cx="265176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 que se van sin avisar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6700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tienes visibilidad de quién está activo, quién faltó, quién está por cancelar.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suena familiar? Estás dejando dinero y miembros sobre la mesa.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78808" y="0"/>
            <a:ext cx="54864" cy="514350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tablero Kanban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tu gym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KanbanPro convierte el caos operativo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 gym en un tablero visual claro.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164592" cy="164592"/>
          </a:xfrm>
          <a:prstGeom prst="ellipse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986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horarios del día en tiempo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55848"/>
            <a:ext cx="164592" cy="164592"/>
          </a:xfrm>
          <a:prstGeom prst="ellipse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284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instructor sabe exactamente qué hace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85616"/>
            <a:ext cx="164592" cy="164592"/>
          </a:xfrm>
          <a:prstGeom prst="ellipse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58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activos vs. inactivos de un vistazo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215384"/>
            <a:ext cx="164592" cy="164592"/>
          </a:xfrm>
          <a:prstGeom prst="ellipse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879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celular o computador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320040"/>
            <a:ext cx="4480560" cy="4480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320040"/>
            <a:ext cx="4480560" cy="41148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38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Gym Kanban — Hoy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804672"/>
            <a:ext cx="1371600" cy="3886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822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Por Hacer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90288" y="1188720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234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Yoga 7am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1938528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198424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Limpieza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804672"/>
            <a:ext cx="1371600" cy="3886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822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En Curso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1188720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1234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9am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53328" y="1938528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80760" y="198424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Memb.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804672"/>
            <a:ext cx="1371600" cy="3886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822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Listo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16368" y="1188720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43800" y="1234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Pesas Tarde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16368" y="1938528"/>
            <a:ext cx="1243584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43800" y="198424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Equipos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funciona?  —  3 pasos y tu gym está corriendo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234440"/>
            <a:ext cx="868680" cy="868680"/>
          </a:xfrm>
          <a:prstGeom prst="ellipse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61872"/>
            <a:ext cx="868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y accede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de USD 22 en Hotmart. Acceso inmediato desde tu celular o computador. Sin instalación complicada.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0604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234440"/>
            <a:ext cx="868680" cy="8686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261872"/>
            <a:ext cx="868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tu gym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tus instructores, clases y horarios en menos de 30 minutos. Nosotros te acompañamos paso a paso.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0604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06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23444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261872"/>
            <a:ext cx="868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en modo Kanban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mañana, cada turno, instructor y miembro tiene su lugar en el tablero. Sin más WhatsApp caótico.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90672" y="2468880"/>
            <a:ext cx="201168" cy="0"/>
          </a:xfrm>
          <a:prstGeom prst="line">
            <a:avLst/>
          </a:prstGeom>
          <a:noFill/>
          <a:ln w="25400">
            <a:solidFill>
              <a:srgbClr val="00B8A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25312" y="2468880"/>
            <a:ext cx="201168" cy="0"/>
          </a:xfrm>
          <a:prstGeom prst="line">
            <a:avLst/>
          </a:prstGeom>
          <a:noFill/>
          <a:ln w="25400">
            <a:solidFill>
              <a:srgbClr val="00B8A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incluido · Sin contrato · Cancelable cuando quieras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en tu gym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primer día.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3383280"/>
            <a:ext cx="2286000" cy="1097280"/>
          </a:xfrm>
          <a:prstGeom prst="rect">
            <a:avLst/>
          </a:prstGeom>
          <a:solidFill>
            <a:srgbClr val="1A1A2E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456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de por vida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201168"/>
            <a:ext cx="274320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201168"/>
            <a:ext cx="274320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329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67912" y="3291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en tiempo real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turnos del día visibles desde cualquier pantalla.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4768" y="201168"/>
            <a:ext cx="274320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201168"/>
            <a:ext cx="274320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329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3291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instructores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9144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clara por persona. Sin mensajes de ida y vuelta.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724912"/>
            <a:ext cx="274320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2724912"/>
            <a:ext cx="274320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852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867912" y="28529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miembros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43814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Activos, inactivos, en riesgo de irse — de un vistazo.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44768" y="2724912"/>
            <a:ext cx="274320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2724912"/>
            <a:ext cx="274320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852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58000" y="28529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y mantenimiento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81928" y="343814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Máquinas, zonas y limpieza organizados en el mismo tablero.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KanbanPro vs. cómo gestionas hoy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8288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Excel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18288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genérico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05840"/>
            <a:ext cx="1828800" cy="50292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KanbanPro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25603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093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visual por actividad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572768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6093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6093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Parcial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572768"/>
            <a:ext cx="1828800" cy="530352"/>
          </a:xfrm>
          <a:prstGeom prst="rect">
            <a:avLst/>
          </a:prstGeom>
          <a:solidFill>
            <a:srgbClr val="0D2B1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6093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103120"/>
            <a:ext cx="256032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39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instructor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2103120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1396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103120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396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Parcial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1828800" cy="530352"/>
          </a:xfrm>
          <a:prstGeom prst="rect">
            <a:avLst/>
          </a:prstGeom>
          <a:solidFill>
            <a:srgbClr val="0A2316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1396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633472"/>
            <a:ext cx="25603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6700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miembros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34640" y="2633472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26700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633472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700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2633472"/>
            <a:ext cx="1828800" cy="530352"/>
          </a:xfrm>
          <a:prstGeom prst="rect">
            <a:avLst/>
          </a:prstGeom>
          <a:solidFill>
            <a:srgbClr val="0D2B1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6700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163824"/>
            <a:ext cx="256032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200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mensual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4640" y="3163824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3200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(caos)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163824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00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$50-$150 USD/mes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92240" y="3163824"/>
            <a:ext cx="1828800" cy="530352"/>
          </a:xfrm>
          <a:prstGeom prst="rect">
            <a:avLst/>
          </a:prstGeom>
          <a:solidFill>
            <a:srgbClr val="0A2316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200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22 único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694176"/>
            <a:ext cx="25603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 / cancelable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834640" y="3694176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663440" y="3694176"/>
            <a:ext cx="182880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92240" y="3694176"/>
            <a:ext cx="1828800" cy="530352"/>
          </a:xfrm>
          <a:prstGeom prst="rect">
            <a:avLst/>
          </a:prstGeom>
          <a:solidFill>
            <a:srgbClr val="0D2B1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74320" y="4224528"/>
            <a:ext cx="256032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261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personalizado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834640" y="4224528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80360" y="4261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4224528"/>
            <a:ext cx="182880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4261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492240" y="4224528"/>
            <a:ext cx="1828800" cy="530352"/>
          </a:xfrm>
          <a:prstGeom prst="rect">
            <a:avLst/>
          </a:prstGeom>
          <a:solidFill>
            <a:srgbClr val="0A2316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4261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KanbanPro no es el más barato — es el que más sentido tiene para tu operación.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70832" y="0"/>
            <a:ext cx="36576" cy="514350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inversión.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una suscripción.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4747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Competidores: USD 50 – 150 / 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329184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22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· Acceso de por vida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411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incluye?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Acceso completo a KanbanPro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Tableros ilimitados para tu gym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1854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Usuarios ilimitados (instructores, admin)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7523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personalizado vía WhatsApp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319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Actualizaciones incluidas de por vida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Onboarding guiado paso a paso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4480560"/>
            <a:ext cx="420624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507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Sin contrato · Sin mensualidades · Cancelable cuando quieras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confiar en KanbanPro?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56032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Sigma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base del sistema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56032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704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18836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sin app que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560320" cy="54864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704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30 min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18836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configuración inicial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2148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64008" cy="2148840"/>
          </a:xfrm>
          <a:prstGeom prst="rect">
            <a:avLst/>
          </a:prstGeom>
          <a:solidFill>
            <a:srgbClr val="00E6C7"/>
          </a:solidFill>
          <a:ln w="12700">
            <a:solidFill>
              <a:srgbClr val="00E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803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fundador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310128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Infante — Ingeniero de datos y especialista en metodología Six Sigma. Diseñé KanbanPro porque vi de primera mano cómo los gyms, clínicas y negocios pierden dinero gestionando sus operaciones en chats y hojas de cálculo. KanbanPro es la herramienta que yo hubiera querido tener — y que hoy pongo en tus manos a un precio justo.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E6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85232" y="0"/>
            <a:ext cx="36576" cy="51435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gym merece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sistema real.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de gestionar en WhatsApp.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a operar con claridad — hoy.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1148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22  —  Pago único de por vida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96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hotmart.com / kanbanpro.co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731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¿Listo para empezar?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577840" y="1508760"/>
            <a:ext cx="32918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5361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36208" y="1536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+57 320 997 4750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2514600"/>
            <a:ext cx="32918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54203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36208" y="2542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kanbanpro.co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3520440"/>
            <a:ext cx="32918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5478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36208" y="3547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Hotmart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hotmart.com/kanbanpro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4636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Escríbeme hoy — respondo en menos de 1 hora.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KanbanPro — Sistema de Gestion para Tu Gym</dc:title>
  <dc:subject>Pitch Deck Comercial — Gyms Bogota</dc:subject>
  <dc:creator>KanbanPro</dc:creator>
  <cp:lastModifiedBy>KanbanPro</cp:lastModifiedBy>
  <cp:revision>1</cp:revision>
  <dcterms:created xsi:type="dcterms:W3CDTF">2026-03-11T02:28:29Z</dcterms:created>
  <dcterms:modified xsi:type="dcterms:W3CDTF">2026-03-11T02:28:29Z</dcterms:modified>
</cp:coreProperties>
</file>